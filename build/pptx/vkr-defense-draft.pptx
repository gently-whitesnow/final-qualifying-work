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8212B"/>
                </a:solidFill>
                <a:latin typeface="Aptos"/>
                <a:cs typeface="Aptos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Aptos"/>
                <a:cs typeface="Aptos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Руководитель: ст. преподаватель С. А. Рогачев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Aptos"/>
                <a:cs typeface="Aptos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Проблема и цель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Single-node SignalR ограничивает горизонтальное масштабирование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Сведения о подключениях и группах SignalR хранятся в памяти процесса.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При нескольких экземплярах backend событие, созданное на одном узле, не доходит до клиента, подключенного к другому узлу.</a:t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0">
                <a:solidFill>
                  <a:srgbClr val="18212B"/>
                </a:solidFill>
                <a:latin typeface="Aptos"/>
                <a:cs typeface="Aptos"/>
              </a:rPr>
              <a:t>Real-time пространство фрагментируется на независимые острова.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2062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Цель работы</a:t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600" b="1">
                <a:solidFill>
                  <a:srgbClr val="18212B"/>
                </a:solidFill>
                <a:latin typeface="Aptos"/>
                <a:cs typeface="Aptos"/>
              </a:rPr>
              <a:t>Real-time интерфейс системы отслеживания задач, в котором WebSocket-соединения обслуживаются несколькими экземплярами app-api, а события об изменении сущностей доставляются клиентам независимо от узла подключения.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Анализ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Шесть рассмотренных вариантов; обоснован выбор Redis backplane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Один экземпляр backend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Нет масштабирования; один узел — единственная точка отказа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Несколько экземпляров без общего канала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События не доходят до клиентов, подключённых к другим узлам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55448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Привязка клиента к узлу (sticky)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Клиент остаётся на одном узле, но события на другие не приходят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Внешняя шина событий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Доставка между узлами есть, но требуется отдельная схема событий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4434840" y="3017520"/>
            <a:ext cx="3657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Облачный real-time сервис</a:t>
            </a:r>
          </a:p>
          <a:p>
            <a:pPr algn="l"/>
            <a:r>
              <a:rPr lang="ru-RU" sz="1300" b="0">
                <a:solidFill>
                  <a:srgbClr val="18212B"/>
                </a:solidFill>
                <a:latin typeface="Aptos"/>
                <a:cs typeface="Aptos"/>
              </a:rPr>
              <a:t>Готовое решение, но снижает контроль над собственным контуром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183880" y="3017520"/>
            <a:ext cx="3657600" cy="132588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Redis backplane для SignalR — выбрано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Штатный механизм, без перестройки кода, подходит для событий интерфейса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685800" y="4617720"/>
            <a:ext cx="11155680" cy="12801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Aptos"/>
                <a:cs typeface="Aptos"/>
              </a:rPr>
              <a:t>Критерии выбора: запускается на локальном стенде, сохраняет существующий код доставки событий, штатно поддерживается в ASP.NET Core SignalR, подходит для коротких событий интерфейса и легко воспроизводится.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Целевая архитектура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экземпляра app-api за nginx, общий Redis backplane для межузловой доставки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8212B"/>
                </a:solidFill>
                <a:latin typeface="Aptos"/>
                <a:cs typeface="Aptos"/>
              </a:rPr>
              <a:t>Redis backplane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0B6E69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Событие публикуется в Redis · доставляется обоим узлам · группы SignalR остаются локальным runtime-состоянием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Aptos"/>
                <a:cs typeface="Aptos"/>
              </a:rPr>
              <a:t>Оба экземпляра подключены к общей PostgreSQL; на схеме показан только канал real-time-доставки.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Что сделано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Подключён межузловой канал, добавлена диагностика, собран стенд и клиент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1 · Межузловая доставка событий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К SignalR подключён Redis backplane. Включается переменной окружения — один и тот же код работает и в режиме с межузловым каналом, и без него.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840480"/>
            <a:ext cx="53492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2 · Диагностика подключения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Узел сообщает свой идентификатор и идентификатор соединения; ключевые события жизненного цикла соединения логируются.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172200" y="1554480"/>
            <a:ext cx="53492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3 · Многоэкземплярный стенд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Два экземпляра backend за nginx, общая база данных и Redis, отдельный режим без межузлового канала — для воспроизведения исходной проблемы.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172200" y="3840480"/>
            <a:ext cx="53492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4 · Проверочный клиент</a:t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400" b="0">
                <a:solidFill>
                  <a:srgbClr val="18212B"/>
                </a:solidFill>
                <a:latin typeface="Aptos"/>
                <a:cs typeface="Aptos"/>
              </a:rPr>
              <a:t>Подключается к разным узлам, фиксирует доставку события и поддерживает четыре сценария проверки.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Два режима по одному коду · четыре сценария проверки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Два режима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Без межузлового канала — воспроизведение проблемы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 межузловым каналом — проверка решения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и тот же код, один и тот же сценарий; отличие — наличие Redis backplane.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Четыре сценария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Одиночная доставка между узлами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Серия из пяти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Восстановление подписки после разрыва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• Переключение на другой узел после отказа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Один код и один сценарий — разница только в наличии Redis-канала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Без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ReceiveReportPatch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timed out · 10 000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Событие, созданное на app-api-1, не дошло до клиента на app-api-2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С backplane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ok: true · ReceiveReportPatch получен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deliveryLatencyMs ≈ 9,5 мс</a:t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ctr"/>
            <a:r>
              <a:rPr lang="ru-RU" sz="1800" b="1">
                <a:solidFill>
                  <a:srgbClr val="18212B"/>
                </a:solidFill>
                <a:latin typeface="Aptos"/>
                <a:cs typeface="Aptos"/>
              </a:rPr>
              <a:t>Клиент на app-api-2 получил событие с app-api-1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Сопоставление двух режимов на одном стенде показывает причинную связь между включением межузлового канала SignalR и успешной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Дополнительные проверки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Aptos"/>
                <a:cs typeface="Aptos"/>
              </a:rPr>
              <a:t>Повторяемость, восстановление подписки и переключение после отказа узла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Серия из 5 итераций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Успешно: 5 из 5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min 5,5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avg 8,4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p50 9,1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p95 11,6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повторяемость доставки.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Восстановление подписки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После разрыва клиент создаёт новое соединение и снова вступает в группу отчёта.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12,9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6,6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Подтверждена повторная подписка.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Переключение после отказа узла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Один backend остановлен; nginx переключает клиента на другой экземпляр.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переподключение 240,3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доставка 7,3 мс</a:t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500" b="0">
                <a:solidFill>
                  <a:srgbClr val="18212B"/>
                </a:solidFill>
                <a:latin typeface="Aptos"/>
                <a:cs typeface="Aptos"/>
              </a:rPr>
              <a:t>Подтверждено восстановление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8212B"/>
                </a:solidFill>
                <a:latin typeface="Aptos"/>
                <a:cs typeface="Aptos"/>
              </a:rPr>
              <a:t>Вывод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10835640" cy="1280160"/>
          </a:xfrm>
          <a:prstGeom prst="roundRect">
            <a:avLst/>
          </a:prstGeom>
          <a:solidFill>
            <a:srgbClr val="E8F3F1"/>
          </a:solidFill>
          <a:ln w="12700">
            <a:solidFill>
              <a:srgbClr val="0B6E69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700" b="1">
                <a:solidFill>
                  <a:srgbClr val="18212B"/>
                </a:solidFill>
                <a:latin typeface="Aptos"/>
                <a:cs typeface="Aptos"/>
              </a:rPr>
              <a:t>Ограничение single-node WebSocket-архитектуры устранено за счёт распределённого real-time контура; тезис работы подтверждён экспериментально.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2971800"/>
            <a:ext cx="10835640" cy="1417320"/>
          </a:xfrm>
          <a:prstGeom prst="roundRect">
            <a:avLst/>
          </a:prstGeom>
          <a:solidFill>
            <a:srgbClr val="FFF3D8"/>
          </a:solidFill>
          <a:ln w="12700">
            <a:solidFill>
              <a:srgbClr val="C76F2E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8212B"/>
                </a:solidFill>
                <a:latin typeface="Aptos"/>
                <a:cs typeface="Aptos"/>
              </a:rPr>
              <a:t>Дополнительный эффект — повышение отказоустойчивости: при отказе одного узла клиенты продолжают получать события через другой экземпляр backend, тогда как single-node архитектура такой возможности не предоставляет.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Проблема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Single-node SignalR: события не пересекают границу узла.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Решение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Несколько экземпляров backend за nginx + Redis backplane; общий код, переключение режима — переменной окружения.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7200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Доказательство</a:t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/>
            </a:r>
          </a:p>
          <a:p>
            <a:pPr algn="l"/>
            <a:r>
              <a:rPr lang="ru-RU" sz="1300" b="1">
                <a:solidFill>
                  <a:srgbClr val="18212B"/>
                </a:solidFill>
                <a:latin typeface="Aptos"/>
                <a:cs typeface="Aptos"/>
              </a:rPr>
              <a:t>Доставка (без / с) · серия · восстановление подписки · переключение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Aptos"/>
                <a:cs typeface="Aptos"/>
              </a:rPr>
              <a:t>Real-time scale-out ·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D7D2C7"/>
      </a:accent6>
      <a:hlink>
        <a:srgbClr val="0B6E69"/>
      </a:hlink>
      <a:folHlink>
        <a:srgbClr val="0B6E69"/>
      </a:folHlink>
    </a:clrScheme>
    <a:fontScheme name="Aptos">
      <a:majorFont>
        <a:latin typeface="Aptos"/>
      </a:majorFont>
      <a:minorFont>
        <a:latin typeface="Aptos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