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dashboard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report-page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8212B"/>
                </a:solidFill>
                <a:latin typeface="Aptos"/>
                <a:cs typeface="Aptos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Aptos"/>
                <a:cs typeface="Aptos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канд. техн. наук, доцент А. В. Фомин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Контекст продукта в SDLC компании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Аналитика → разработка → тестирование → деплой; продукт усиливает этап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27632"/>
            <a:ext cx="2286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Аналитика</a:t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Требования, сценарии, постановка задачи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3246120" y="1627632"/>
            <a:ext cx="2286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Разработка</a:t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Реализация изменений и исправлений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806440" y="1481328"/>
            <a:ext cx="2468880" cy="1444752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Тестирование</a:t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Баги, шаги воспроизведения, фактический и ожидаемый результат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641080" y="1627632"/>
            <a:ext cx="2286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Деплой</a:t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Выкладка проверенного изменения</a:t>
            </a:r>
          </a:p>
        </p:txBody>
      </p:sp>
      <p:cxnSp>
        <p:nvCxnSpPr>
          <p:cNvPr id="40" name="Connector 40"/>
          <p:cNvCxnSpPr/>
          <p:nvPr/>
        </p:nvCxnSpPr>
        <p:spPr>
          <a:xfrm flipH="0" flipV="0">
            <a:off x="2971800" y="2194560"/>
            <a:ext cx="27432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1" name="Connector 41"/>
          <p:cNvCxnSpPr/>
          <p:nvPr/>
        </p:nvCxnSpPr>
        <p:spPr>
          <a:xfrm flipH="0" flipV="0">
            <a:off x="5532120" y="2194560"/>
            <a:ext cx="27432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2" name="Connector 42"/>
          <p:cNvCxnSpPr/>
          <p:nvPr/>
        </p:nvCxnSpPr>
        <p:spPr>
          <a:xfrm flipH="0" flipV="0">
            <a:off x="8275320" y="2194560"/>
            <a:ext cx="36576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sp>
        <p:nvSpPr>
          <p:cNvPr id="30" name="Shape 30"/>
          <p:cNvSpPr txBox="1"/>
          <p:nvPr/>
        </p:nvSpPr>
        <p:spPr>
          <a:xfrm>
            <a:off x="685800" y="3703320"/>
            <a:ext cx="5257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Что оптимизирует продукт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Фиксирует дефект в рабочем контексте: отчет, баг, участники, статус, шаги воспроизведения, фактический и ожидаемый результат.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6172200" y="3703320"/>
            <a:ext cx="5349240" cy="14630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Почему нужен real-time</a:t>
            </a:r>
          </a:p>
          <a:p>
            <a:pPr algn="l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Тестировщик и разработчик работают с одной страницей отчета. Изменения должны появляться у участников без ручного обновления.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685800" y="5413248"/>
            <a:ext cx="1083564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Дальше: как выглядит этот продукт и почему single-node real-time становится ограничением при масштабировании backend.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Целевой продукт: дашборд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Пользователь видит отчёты команды, статусы, ответственных и активность по задачам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D7D2C7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Целевой продукт: страница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Основной рабочий экран: отчёт, баги, шаги воспроизведения, комментарии и участники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repor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D7D2C7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 и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Single-node SignalR ограничивает горизонтальное масштабирование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Сведения о подключениях и группах SignalR хранятся в памяти процесса.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При нескольких экземплярах backend событие, созданное на одном узле, не доходит до клиента, подключенного к другому узлу.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Real-time пространство фрагментируется на независимые острова.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206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Real-time интерфейс системы отслеживания задач, в котором WebSocket-соединения обслуживаются несколькими экземплярами app-api, а события об изменении сущностей доставляются клиентам независимо от узла подключения.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Современный контекст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Интерфейсы становятся событийными; AI-инструменты усиливают ожидание живой синхронизации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Рост сложности продуктов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Пользователь работает не с одной формой, а с отчётом, багами, комментариями, вложениями, статусами и участниками.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Изменения должны становиться видимыми без ручного обновления страницы.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AI-ready сценарии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Фоновый сервис или ассистент может предложить исполнителя, дополнить описание, создать комментарий или изменить статус.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ВКР это контекст актуальности, а не заявление о готовой AI-функции.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REST + real-time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HTTP-запрос фиксирует изменение состояния.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SignalR-событие распространяет изменение активным участникам, включая клиентов на других backend-узлах.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Предметная область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Real-time связан с сущностями продукта, а не с абстрактным WebSocket-демо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10972800" cy="6858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Система отслеживания задач: отчёты · баги · комментарии · вложения · ссылки · шаги воспроизведения · статусы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Открытие отчёта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вступает в группу отчёта и получает только релевантные события.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8912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Изменение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ReceiveBugCreate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ReceiveCommentUpdate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События применяются к состоянию интерфейса.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09244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Восстановление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onreconnected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После reconnect клиент повторно восстанавливает подписку на текущий отчёт.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Анализ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Шесть рассмотренных вариантов; для реализации выбран подход 4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Один экземпляр backend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Нет масштабирования; один узел — единственная точка отказа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Несколько экземпляров без общего канала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События не доходят до клиентов, подключённых к другим узлам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Привязка клиента к узлу (sticky)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Клиент остаётся на одном узле, но события на другие не приходят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Внешняя шина событий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Доставка между узлами есть, но требуется отдельная схема событий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3484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Облачный real-time сервис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Готовое решение, но снижает контроль над собственным контуром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183880" y="3017520"/>
            <a:ext cx="3657600" cy="1325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Redis backplane для SignalR — выбрано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Штатный механизм, без перестройки кода, подходит для событий интерфейса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85800" y="4617720"/>
            <a:ext cx="1115568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Aptos"/>
                <a:cs typeface="Aptos"/>
              </a:rPr>
              <a:t>Критерии выбора: запускается на локальном стенде, сохраняет существующий код доставки событий, штатно поддерживается в ASP.NET Core SignalR, подходит для коротких событий интерфейса и легко воспроизводится.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экземпляра app-api за nginx, общий Redis backplane для межузловой доставки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Событие публикуется в Redis · доставляется обоим узлам · группы SignalR остаются локальным runtime-состоянием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Aptos"/>
                <a:cs typeface="Aptos"/>
              </a:rPr>
              <a:t>Оба экземпляра подключены к общей PostgreSQL; на схеме показан только канал real-time-доставки.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Программная реализация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Backend, frontend, тесты и проверочный клиент закрывают задачу как разработку ПО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Backend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AddStackExchangeRedis через REDIS_CONNECTION_STRING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GetConnectionDiagnosticsAsync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SendToGroupAsync с eventId и GroupExcept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Frontend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WebSocket transport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automatic reconnect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повторный JoinReportGroupAsync после reconnect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Тесты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reconnectJoinHandler проверяет отсутствие лишнего join, повторное вступление и использование актуального reportId.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Проверочный клиент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delivery · rejoin · failover · series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Фиксирует serverInstanceId, connectionId, событие и задержку.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режима по одному коду · четыре сценария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межузлового канала — воспроизведение проблемы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межузловым каналом — проверка решения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один и тот же сценарий; отличие — наличие Redis backplane.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 между узлами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Восстановление подписки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Переключение на другой узел после отказа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Один код и один сценарий — разница только в наличии Redis-канала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timed out · 10 000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не дошло до клиента на app-api-2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ok: true · ReceiveReportPatch получен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deliveryLatencyMs ≈ 9,5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на app-api-2 получил событие с app-api-1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Сопоставление двух режимов на одном стенде показывает причинную связь между включением межузлового канала SignalR и успешной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Дополнительные проверки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Повторяемость, восстановление подписки и переключение после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Успешно: 30 из 30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min 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avg 7,2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p50 6,1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p95 13,8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повторяемость доставки.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Восстановление подписки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После разрыва клиент создаёт новое соединение и снова вступает в группу отчёта.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6,5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15,2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повторная подписка.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Переключение после отказа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backend остановлен; nginx переключает клиента на другой экземпляр.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352,0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5,4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Подтверждено восстановление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Ограничения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Решение предназначено для интерфейсной синхронизации, а не для жёсткого real-time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Ненулевая задержка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Событие проходит через app-api, Redis backplane и другой app-api.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локальной серии: avg 7,2 мс, p95 13,8 мс.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Transient UI-events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Источник истины — PostgreSQL.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При сомнениях клиент восстанавливает согласованность повторным HTTP-запросом состояния.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Дальнейшее развитие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Durable broker/event log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версии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optimistic concurrency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outbox/inbox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повторная синхронизация по версии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1083564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контура; тезис работы подтверждён экспериментально.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971800"/>
            <a:ext cx="10835640" cy="141732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Дополнительный эффект — повышение отказоустойчивости: при отказе одного узла клиенты продолжают получать события через другой экземпляр backend, тогда как single-node архитектура такой возможности не предоставляет.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Single-node SignalR: события не пересекают границу узла.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Несколько экземпляров backend за nginx + Redis backplane; общий код, переключение режима — переменной окружения.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Доставка (без / с) · серия · восстановление подписки · переключение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