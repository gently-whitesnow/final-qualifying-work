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8212B"/>
                </a:solidFill>
                <a:latin typeface="Aptos"/>
                <a:cs typeface="Aptos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Aptos"/>
                <a:cs typeface="Aptos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ст. преподаватель С. А. Рогачев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Проблема: single-node SignalR теряет события между узлами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Без межузлового канала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Каждый экземпляр знает только своих клиентов.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Событие, созданное на одном узле, не доходит до клиента на другом.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212080" cy="23774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Восстановить корректную доставку событий между клиентами, подключенными к разным экземплярам backend-сервиса.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40080" y="16916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40080" y="32461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108960" y="2468880"/>
            <a:ext cx="1554480" cy="777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303520" y="1691640"/>
            <a:ext cx="1920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303520" y="3246120"/>
            <a:ext cx="1920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818120" y="2468880"/>
            <a:ext cx="2286000" cy="777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40080" y="4754880"/>
            <a:ext cx="1051560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SignalR-события публикуются между экземплярами через Redis; группы остаются локальным runtime-состоянием.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сделано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1 · Redis backplane для SignalR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Конфигурируется через REDIS_CONNECTION_STRING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74320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2 · Диагностика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SERVER_INSTANCE_ID, connectionId, machineName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155448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3 · Стенд Docker Compose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app-api-1, app-api-2, Redis, PostgreSQL, 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274320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4 · Node.js-клиент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Delivery, серия, rejoin, failover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Стенд и программа испытаний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5212080" cy="2286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Redis backplane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Redis backplane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разница — переменная окружения.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6002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5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Rejoin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Failover узла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23774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timeout 10000 мс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событие не доставлено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212080" cy="23774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ok: true · 5 из 5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p95 = 11,6 мс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297680"/>
            <a:ext cx="1069848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Один код, один сценарий — разница только в наличии межузлового канала.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Устойчивость: rejoin и failover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Rejoin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Новый connectionId, повторный JoinReportGroupAsync.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Событие после rejoin — 6,6 мс.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600200"/>
            <a:ext cx="5212080" cy="2286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Failover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Клиент переподключился через nginx с app-api-2 на app-api-1.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reconnect + rejoin — 240,3 мс.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91640"/>
            <a:ext cx="1069848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Без backplane событие теряется между узлами.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25196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SignalR + Redis backplane + nginx + два app-api.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81812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Delivery, серия, rejoin, failover.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