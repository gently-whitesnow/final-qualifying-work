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Горизонтальное масштабирование WebSocket-соединений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Система отслеживания задач · SignalR · Redis backplane · nginx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731520" y="1965960"/>
            <a:ext cx="5212080" cy="20116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2200" b="1">
                <a:solidFill>
                  <a:srgbClr val="18212B"/>
                </a:solidFill>
                <a:latin typeface="Aptos"/>
                <a:cs typeface="Aptos"/>
              </a:rPr>
              <a:t>Тезис</a:t>
            </a:r>
          </a:p>
          <a:p>
            <a:pPr algn="l"/>
            <a:r>
              <a:rPr lang="ru-RU" sz="2200" b="1">
                <a:solidFill>
                  <a:srgbClr val="18212B"/>
                </a:solidFill>
                <a:latin typeface="Aptos"/>
                <a:cs typeface="Aptos"/>
              </a:rPr>
              <a:t>Разработан и проверен распределенный real-time контур, устраняющий single-node ограничение WebSocket-архитектуры.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263640" y="1965960"/>
            <a:ext cx="4846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2100" b="0">
                <a:solidFill>
                  <a:srgbClr val="18212B"/>
                </a:solidFill>
                <a:latin typeface="Aptos"/>
                <a:cs typeface="Aptos"/>
              </a:rPr>
              <a:t>Ключевой результат</a:t>
            </a:r>
          </a:p>
          <a:p>
            <a:pPr algn="l"/>
            <a:r>
              <a:rPr lang="ru-RU" sz="2100" b="0">
                <a:solidFill>
                  <a:srgbClr val="18212B"/>
                </a:solidFill>
                <a:latin typeface="Aptos"/>
                <a:cs typeface="Aptos"/>
              </a:rPr>
              <a:t>Событие, созданное на app-api-1, доставляется клиенту на app-api-2; после отказа app-api-2 клиент восстанавливается через nginx.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Проблема: real-time ломается не в коде события, а в границе узла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417320"/>
            <a:ext cx="32461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Single-node</a:t>
            </a:r>
          </a:p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Все соединения и группы живут в памяти одного процесса.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251960" y="1417320"/>
            <a:ext cx="3246120" cy="292608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Multi-instance без backplane</a:t>
            </a:r>
          </a:p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Каждый app-api знает только своих клиентов.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7818120" y="1417320"/>
            <a:ext cx="32461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Следствие</a:t>
            </a:r>
          </a:p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Клиент на другом узле не получает ReceiveReportPatch.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архитектура: общий real-time слой поверх нескольких app-api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40080" y="1417320"/>
            <a:ext cx="20574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40080" y="2880360"/>
            <a:ext cx="20574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154680" y="2148840"/>
            <a:ext cx="1645920" cy="8229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349240" y="1417320"/>
            <a:ext cx="1965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349240" y="2880360"/>
            <a:ext cx="1965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909560" y="2148840"/>
            <a:ext cx="2194560" cy="8229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2743200" y="4617720"/>
            <a:ext cx="6766560" cy="5943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0">
                <a:solidFill>
                  <a:srgbClr val="5E6A75"/>
                </a:solidFill>
                <a:latin typeface="Aptos"/>
                <a:cs typeface="Aptos"/>
              </a:rPr>
              <a:t>События SignalR публикуются между экземплярами, а группы остаются локальным runtime-состоянием.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Что реализовано в отдельной ветке thesis/realtime-scaleout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325880"/>
            <a:ext cx="51206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1 · Redis backplane для SignalR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Конфигурируется через REDIS_CONNECTION_STRING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423160"/>
            <a:ext cx="51206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2 · Диагностика узла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SERVER_INSTANCE_ID, connectionId, machineName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172200" y="1325880"/>
            <a:ext cx="51206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3 · Multi-instance Docker Compose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app-api-1, app-api-2, Redis, PostgreSQL, 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2423160"/>
            <a:ext cx="51206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4 · Автоматизированный клиент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Delivery, serial, rejoin и failover сценарии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1097280" y="4069080"/>
            <a:ext cx="9875520" cy="86868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Важная граница: проверяется серверный real-time контур, а не полнота пользовательского интерфейса.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Стенд испытаний: минимальный, но проверяемый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731520" y="1325880"/>
            <a:ext cx="3200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0">
                <a:solidFill>
                  <a:srgbClr val="18212B"/>
                </a:solidFill>
                <a:latin typeface="Aptos"/>
                <a:cs typeface="Aptos"/>
              </a:rPr>
              <a:t>Состав</a:t>
            </a:r>
          </a:p>
          <a:p>
            <a:pPr algn="l"/>
            <a:r>
              <a:rPr lang="ru-RU" sz="1900" b="0">
                <a:solidFill>
                  <a:srgbClr val="18212B"/>
                </a:solidFill>
                <a:latin typeface="Aptos"/>
                <a:cs typeface="Aptos"/>
              </a:rPr>
              <a:t>postgres_app_thesis</a:t>
            </a:r>
          </a:p>
          <a:p>
            <a:pPr algn="l"/>
            <a:r>
              <a:rPr lang="ru-RU" sz="1900" b="0">
                <a:solidFill>
                  <a:srgbClr val="18212B"/>
                </a:solidFill>
                <a:latin typeface="Aptos"/>
                <a:cs typeface="Aptos"/>
              </a:rPr>
              <a:t>redis_app_thesis</a:t>
            </a:r>
          </a:p>
          <a:p>
            <a:pPr algn="l"/>
            <a:r>
              <a:rPr lang="ru-RU" sz="1900" b="0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  <a:p>
            <a:pPr algn="l"/>
            <a:r>
              <a:rPr lang="ru-RU" sz="1900" b="0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  <a:p>
            <a:pPr algn="l"/>
            <a:r>
              <a:rPr lang="ru-RU" sz="1900" b="0">
                <a:solidFill>
                  <a:srgbClr val="18212B"/>
                </a:solidFill>
                <a:latin typeface="Aptos"/>
                <a:cs typeface="Aptos"/>
              </a:rPr>
              <a:t>nginx_app_thesis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43400" y="1325880"/>
            <a:ext cx="3200400" cy="34747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Две конфигурации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С Redis backplane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Без Redis backplane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Один и тот же код, разная настройка REDIS_CONNECTION_STRING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7955280" y="1325880"/>
            <a:ext cx="3200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700" b="0">
                <a:solidFill>
                  <a:srgbClr val="18212B"/>
                </a:solidFill>
                <a:latin typeface="Aptos"/>
                <a:cs typeface="Aptos"/>
              </a:rPr>
              <a:t>Команды</a:t>
            </a:r>
          </a:p>
          <a:p>
            <a:pPr algn="l"/>
            <a:r>
              <a:rPr lang="ru-RU" sz="1700" b="0">
                <a:solidFill>
                  <a:srgbClr val="18212B"/>
                </a:solidFill>
                <a:latin typeface="Aptos"/>
                <a:cs typeface="Aptos"/>
              </a:rPr>
              <a:t>node scripts/realtime-scaleout-check.mjs</a:t>
            </a:r>
          </a:p>
          <a:p>
            <a:pPr algn="l"/>
            <a:r>
              <a:rPr lang="ru-RU" sz="1700" b="0">
                <a:solidFill>
                  <a:srgbClr val="18212B"/>
                </a:solidFill>
                <a:latin typeface="Aptos"/>
                <a:cs typeface="Aptos"/>
              </a:rPr>
              <a:t>THESIS_ITERATIONS=5</a:t>
            </a:r>
          </a:p>
          <a:p>
            <a:pPr algn="l"/>
            <a:r>
              <a:rPr lang="ru-RU" sz="1700" b="0">
                <a:solidFill>
                  <a:srgbClr val="18212B"/>
                </a:solidFill>
                <a:latin typeface="Aptos"/>
                <a:cs typeface="Aptos"/>
              </a:rPr>
              <a:t>THESIS_SCENARIO=failover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Главная проверка: без backplane проблема воспроизводится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22960" y="1417320"/>
            <a:ext cx="4983480" cy="246888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500" b="1">
                <a:solidFill>
                  <a:srgbClr val="18212B"/>
                </a:solidFill>
                <a:latin typeface="Aptos"/>
                <a:cs typeface="Aptos"/>
              </a:rPr>
              <a:t>Без Redis backplane</a:t>
            </a:r>
          </a:p>
          <a:p>
            <a:pPr algn="ctr"/>
            <a:r>
              <a:rPr lang="ru-RU" sz="2500" b="1">
                <a:solidFill>
                  <a:srgbClr val="18212B"/>
                </a:solidFill>
                <a:latin typeface="Aptos"/>
                <a:cs typeface="Aptos"/>
              </a:rPr>
              <a:t>ReceiveReportPatch timed out after 10000ms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263640" y="1417320"/>
            <a:ext cx="4983480" cy="24688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500" b="1">
                <a:solidFill>
                  <a:srgbClr val="18212B"/>
                </a:solidFill>
                <a:latin typeface="Aptos"/>
                <a:cs typeface="Aptos"/>
              </a:rPr>
              <a:t>С Redis backplane</a:t>
            </a:r>
          </a:p>
          <a:p>
            <a:pPr algn="ctr"/>
            <a:r>
              <a:rPr lang="ru-RU" sz="2500" b="1">
                <a:solidFill>
                  <a:srgbClr val="18212B"/>
                </a:solidFill>
                <a:latin typeface="Aptos"/>
                <a:cs typeface="Aptos"/>
              </a:rPr>
              <a:t>ok: true</a:t>
            </a:r>
          </a:p>
          <a:p>
            <a:pPr algn="ctr"/>
            <a:r>
              <a:rPr lang="ru-RU" sz="2500" b="1">
                <a:solidFill>
                  <a:srgbClr val="18212B"/>
                </a:solidFill>
                <a:latin typeface="Aptos"/>
                <a:cs typeface="Aptos"/>
              </a:rPr>
              <a:t>app-api-1 → app-api-2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1097280" y="4343400"/>
            <a:ext cx="9692640" cy="6858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900" b="0">
                <a:solidFill>
                  <a:srgbClr val="5E6A75"/>
                </a:solidFill>
                <a:latin typeface="Aptos"/>
                <a:cs typeface="Aptos"/>
              </a:rPr>
              <a:t>Итог: проблема не декларативная — она воспроизводится на том же стенде и устраняется только при включенной межузловой доставке.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Серийный прогон показывает повторяемость, а не разовый успех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777240" y="1417320"/>
            <a:ext cx="2148840" cy="20116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5 / 5</a:t>
            </a:r>
          </a:p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успешно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3246120" y="1417320"/>
            <a:ext cx="2148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8,4 мс</a:t>
            </a:r>
          </a:p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avg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5715000" y="1417320"/>
            <a:ext cx="2148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9,1 мс</a:t>
            </a:r>
          </a:p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p50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183880" y="1417320"/>
            <a:ext cx="2148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11,6 мс</a:t>
            </a:r>
          </a:p>
          <a:p>
            <a:pPr algn="ctr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p95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1097280" y="4069080"/>
            <a:ext cx="9601200" cy="82296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900" b="0">
                <a:solidFill>
                  <a:srgbClr val="18212B"/>
                </a:solidFill>
                <a:latin typeface="Aptos"/>
                <a:cs typeface="Aptos"/>
              </a:rPr>
              <a:t>Локальный короткий прогон не является нагрузочным тестом, но доказывает повторяемость ключевого свойства.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Устойчивость: подписка восстанавливается после разрыва и отказа узла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777240" y="1417320"/>
            <a:ext cx="4937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Rejoin после разрыва</a:t>
            </a:r>
          </a:p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Новый connectionId</a:t>
            </a:r>
          </a:p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Повторный JoinReportGroupAsync</a:t>
            </a:r>
          </a:p>
          <a:p>
            <a:pPr algn="l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Событие после rejoin: 6,6 мс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5989320" y="1417320"/>
            <a:ext cx="4937760" cy="22860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Failover app-api-2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Клиент через nginx перешел app-api-2 → app-api-1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reconnect + rejoin: 240,3 мс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следующее событие получено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1005840" y="4343400"/>
            <a:ext cx="9875520" cy="5943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0">
                <a:solidFill>
                  <a:srgbClr val="5E6A75"/>
                </a:solidFill>
                <a:latin typeface="Aptos"/>
                <a:cs typeface="Aptos"/>
              </a:rPr>
              <a:t>Для WebSocket-only проверки через nginx используется skipNegotiation, чтобы не зависеть от sticky sessions на этапе negotiate.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Что это дает системе отслеживания задач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731520" y="132588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Масштабирование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Можно запускать несколько backend-экземпляров без фрагментации real-time пространства.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43400" y="132588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Наблюдаемость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serverInstanceId и connectionId превращают демонстрацию в проверяемый эксперимент.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7955280" y="132588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Воспроизводимость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Compose-стенд, override без backplane и Node.js-клиент фиксируют результат.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1005840" y="4800600"/>
            <a:ext cx="100584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0">
                <a:solidFill>
                  <a:srgbClr val="5E6A75"/>
                </a:solidFill>
                <a:latin typeface="Aptos"/>
                <a:cs typeface="Aptos"/>
              </a:rPr>
              <a:t>Следующий промышленный шаг: длинная серия, больше клиентов, p99, поведение при недоступности Redis.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 для защиты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822960" y="1234440"/>
            <a:ext cx="10332720" cy="12344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500" b="1">
                <a:solidFill>
                  <a:srgbClr val="18212B"/>
                </a:solidFill>
                <a:latin typeface="Aptos"/>
                <a:cs typeface="Aptos"/>
              </a:rPr>
              <a:t>Разработан распределенный real-time контур для системы отслеживания задач, устраняющий single-node ограничение SignalR/WebSocket-архитектуры.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822960" y="2788920"/>
            <a:ext cx="3154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Без backplane событие не доходит между узлами.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434840" y="2788920"/>
            <a:ext cx="3154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SignalR + Redis backplane + nginx + два app-api.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046720" y="2788920"/>
            <a:ext cx="3154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900" b="1">
                <a:solidFill>
                  <a:srgbClr val="18212B"/>
                </a:solidFill>
                <a:latin typeface="Aptos"/>
                <a:cs typeface="Aptos"/>
              </a:rPr>
              <a:t>Delivery, series, rejoin, failover.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1097280" y="4800600"/>
            <a:ext cx="9601200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0">
                <a:solidFill>
                  <a:srgbClr val="5E6A75"/>
                </a:solidFill>
                <a:latin typeface="Aptos"/>
                <a:cs typeface="Aptos"/>
              </a:rPr>
              <a:t>Документ удержан в компактном формате до 35 страниц и подходит как база отчета по практике.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ВКР · real-time scale-out ·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