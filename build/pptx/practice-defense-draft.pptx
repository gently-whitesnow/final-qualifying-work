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914400"/>
            <a:ext cx="10881360" cy="12801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400" b="1">
                <a:solidFill>
                  <a:srgbClr val="18212B"/>
                </a:solidFill>
                <a:latin typeface="Aptos"/>
                <a:cs typeface="Aptos"/>
              </a:rPr>
              <a:t>Презентация по отчёту о прохождении преддипломной практики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2468880"/>
            <a:ext cx="10881360" cy="1463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0">
                <a:solidFill>
                  <a:srgbClr val="5E6A75"/>
                </a:solidFill>
                <a:latin typeface="Aptos"/>
                <a:cs typeface="Aptos"/>
              </a:rPr>
              <a:t>по теме: «Разработка real-time интерфейса с поддержкой горизонтального масштабирования WebSocket-соединений для системы отслеживания задач»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Руководитель: ст. преподаватель С. А. Рогачев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 и цель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Single-node SignalR ограничивает горизонтальное масштабирование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Сведения о подключениях и группах SignalR хранятся в памяти процесса.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При нескольких экземплярах backend событие, созданное на одном узле, не доходит до клиента, подключенного к другому узлу.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Real-time пространство фрагментируется на независимые острова.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206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Цель преддипломной практики</a:t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Real-time интерфейс системы отслеживания задач, в котором WebSocket-соединения обслуживаются несколькими экземплярами app-api, а события об изменении сущностей доставляются клиентам независимо от узла подключения.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Анализ подходов к масштабированию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Шесть рассмотренных вариантов; обоснован выбор Redis backplane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Один экземпляр backend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Нет масштабирования; один узел — единственная точка отказа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Несколько экземпляров без общего канала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События не доходят до клиентов, подключённых к другим узлам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Привязка клиента к узлу (sticky)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Клиент остаётся на одном узле, но события на другие не приходят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Внешняя шина событий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Доставка между узлами есть, но требуется отдельная схема событий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43484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Облачный real-time сервис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Готовое решение, но снижает контроль над собственным контуром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183880" y="3017520"/>
            <a:ext cx="3657600" cy="13258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Redis backplane для SignalR — выбрано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Штатный механизм, без перестройки кода, подходит для событий интерфейса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685800" y="4617720"/>
            <a:ext cx="11155680" cy="12801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Aptos"/>
                <a:cs typeface="Aptos"/>
              </a:rPr>
              <a:t>Критерии выбора: запускается на локальном стенде, сохраняет существующий код доставки событий, штатно поддерживается в ASP.NET Core SignalR, подходит для коротких событий интерфейса и легко воспроизводится.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экземпляра app-api за nginx, общий Redis backplane для межузловой доставки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914400" y="187452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4400" y="374904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291840" y="2788920"/>
            <a:ext cx="137160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577840" y="18745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577840" y="37490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788920"/>
            <a:ext cx="219456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cxnSp>
        <p:nvCxnSpPr>
          <p:cNvPr id="50" name="Connector 50"/>
          <p:cNvCxnSpPr/>
          <p:nvPr/>
        </p:nvCxnSpPr>
        <p:spPr>
          <a:xfrm flipH="0" flipV="0">
            <a:off x="2560320" y="2194560"/>
            <a:ext cx="73152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1" name="Connector 51"/>
          <p:cNvCxnSpPr/>
          <p:nvPr/>
        </p:nvCxnSpPr>
        <p:spPr>
          <a:xfrm flipH="0" flipV="1">
            <a:off x="2560320" y="3319272"/>
            <a:ext cx="73152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2" name="Connector 52"/>
          <p:cNvCxnSpPr/>
          <p:nvPr/>
        </p:nvCxnSpPr>
        <p:spPr>
          <a:xfrm flipH="0" flipV="1">
            <a:off x="46634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3" name="Connector 53"/>
          <p:cNvCxnSpPr/>
          <p:nvPr/>
        </p:nvCxnSpPr>
        <p:spPr>
          <a:xfrm flipH="0" flipV="0">
            <a:off x="46634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4" name="Connector 54"/>
          <p:cNvCxnSpPr/>
          <p:nvPr/>
        </p:nvCxnSpPr>
        <p:spPr>
          <a:xfrm flipH="0" flipV="0">
            <a:off x="74066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cxnSp>
        <p:nvCxnSpPr>
          <p:cNvPr id="55" name="Connector 55"/>
          <p:cNvCxnSpPr/>
          <p:nvPr/>
        </p:nvCxnSpPr>
        <p:spPr>
          <a:xfrm flipH="0" flipV="1">
            <a:off x="74066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640080" y="4937760"/>
            <a:ext cx="109728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Событие публикуется в Redis · доставляется обоим узлам · группы SignalR остаются локальным runtime-состоянием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40080" y="5440680"/>
            <a:ext cx="109728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Aptos"/>
                <a:cs typeface="Aptos"/>
              </a:rPr>
              <a:t>Оба экземпляра подключены к общей PostgreSQL; на схеме показан только канал real-time-доставки.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Что сделано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Подключён межузловой канал, добавлена диагностика, собран стенд и клиент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1 · Межузловая доставка событий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К SignalR подключён Redis backplane. Включается переменной окружения — один и тот же код работает и в режиме с межузловым каналом, и без него.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840480"/>
            <a:ext cx="534924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2 · Диагностика подключения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Узел сообщает свой идентификатор и идентификатор соединения; ключевые события жизненного цикла соединения логируются.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172200" y="1554480"/>
            <a:ext cx="53492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3 · Многоэкземплярный стенд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Два экземпляра backend за nginx, общая база данных и Redis, отдельный режим без межузлового канала — для воспроизведения исходной проблемы.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3840480"/>
            <a:ext cx="534924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4 · Проверочный клиент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Подключается к разным узлам, фиксирует доставку события и поддерживает четыре сценария проверки.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Программа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режима по одному коду · четыре сценария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Два режима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Без межузлового канала — воспроизведение проблемы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 межузловым каналом — проверка решения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и тот же код, один и тот же сценарий; отличие — наличие Redis backplane.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Четыре сценария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Одиночная доставка между узлами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Серия из пяти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Восстановление подписки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Переключение на другой узел после отказа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Главный результат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Один код и один сценарий — разница только в наличии Redis-канала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329184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Без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timed out · 10 000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Событие, созданное на app-api-1, не дошло до клиента на app-api-2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32918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ok: true · ReceiveReportPatch получен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deliveryLatencyMs ≈ 9,5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Клиент на app-api-2 получил событие с app-api-1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5074920"/>
            <a:ext cx="10835640" cy="7772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Сопоставление двух режимов на одном стенде показывает причинную связь между включением межузлового канала SignalR и успешной доставкой события.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Дополнительные проверки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Повторяемость, восстановление подписки и переключение после отказа узла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Серия из 5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Успешно: 5 из 5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min 5,5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avg 8,4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p50 9,1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p95 11,6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повторяемость доставки.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Восстановление подписки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После разрыва клиент создаёт новое соединение и снова вступает в группу отчёта.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12,9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6,6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повторная подписка.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Переключение после отказа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backend остановлен; nginx переключает клиента на другой экземпляр.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240,3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7,3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Подтверждено восстановление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10835640" cy="12801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1">
                <a:solidFill>
                  <a:srgbClr val="18212B"/>
                </a:solidFill>
                <a:latin typeface="Aptos"/>
                <a:cs typeface="Aptos"/>
              </a:rPr>
              <a:t>Ограничение single-node WebSocket-архитектуры устранено за счёт распределённого real-time контура; тезис практики подтверждён экспериментально.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971800"/>
            <a:ext cx="10835640" cy="141732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>Дополнительный эффект — повышение отказоустойчивости: при отказе одного узла клиенты продолжают получать события через другой экземпляр backend, тогда как single-node архитектура такой возможности не предоставляет.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Single-node SignalR: события не пересекают границу узла.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3434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Несколько экземпляров backend за nginx + Redis backplane; общий код, переключение режима — переменной окружения.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010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Доставка (без / с) · серия · восстановление подписки · переключение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