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914400"/>
            <a:ext cx="10881360" cy="12801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400" b="1">
                <a:solidFill>
                  <a:srgbClr val="18212B"/>
                </a:solidFill>
                <a:latin typeface="Aptos"/>
                <a:cs typeface="Aptos"/>
              </a:rPr>
              <a:t>Презентация по отчёту о прохождении преддипломной практики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2468880"/>
            <a:ext cx="10881360" cy="1463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0">
                <a:solidFill>
                  <a:srgbClr val="5E6A75"/>
                </a:solidFill>
                <a:latin typeface="Aptos"/>
                <a:cs typeface="Aptos"/>
              </a:rPr>
              <a:t>по теме: «Разработка real-time интерфейса с поддержкой горизонтального масштабирования WebSocket-соединений для системы отслеживания задач»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Руководитель: ст. преподаватель С. А. Рогачев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Проблема: single-node SignalR теряет события между узлами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Без межузлового канала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Каждый экземпляр знает только своих клиентов.</a:t>
            </a:r>
          </a:p>
          <a:p>
            <a:pPr algn="l"/>
            <a:r>
              <a:rPr lang="ru-RU" sz="1800" b="0">
                <a:solidFill>
                  <a:srgbClr val="18212B"/>
                </a:solidFill>
                <a:latin typeface="Aptos"/>
                <a:cs typeface="Aptos"/>
              </a:rPr>
              <a:t>Событие, созданное на одном узле, не доходит до клиента на другом.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212080" cy="23774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Цель работы</a:t>
            </a:r>
          </a:p>
          <a:p>
            <a:pPr algn="l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Восстановить корректную доставку событий между клиентами, подключенными к разным экземплярам backend-сервиса.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Целевая архитектура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40080" y="16916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40080" y="32461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108960" y="2468880"/>
            <a:ext cx="1554480" cy="777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303520" y="1691640"/>
            <a:ext cx="1920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303520" y="3246120"/>
            <a:ext cx="1920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818120" y="2468880"/>
            <a:ext cx="2286000" cy="777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Redis backplane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640080" y="4754880"/>
            <a:ext cx="10515600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SignalR-события публикуются между экземплярами через Redis; группы остаются локальным runtime-состоянием.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Что сделано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1 · Redis backplane для SignalR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Конфигурируется через REDIS_CONNECTION_STRING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74320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2 · Диагностика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SERVER_INSTANCE_ID, connectionId, machineName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172200" y="155448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3 · Стенд Docker Compose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app-api-1, app-api-2, Redis, PostgreSQL, 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172200" y="274320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4 · Node.js-клиент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Delivery, серия, rejoin, failover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Стенд и программа испытаний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5212080" cy="22860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Два режима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 Redis backplane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Без Redis backplane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и тот же код, разница — переменная окружения.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6002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Четыре сценария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Одиночная доставка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Серия из 5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Rejoin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Failover узла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Главный результат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212080" cy="237744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Без backplane</a:t>
            </a:r>
          </a:p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timeout 10000 мс</a:t>
            </a:r>
          </a:p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событие не доставлено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212080" cy="23774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С backplane</a:t>
            </a:r>
          </a:p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ok: true · 5 из 5</a:t>
            </a:r>
          </a:p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p95 = 11,6 мс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297680"/>
            <a:ext cx="10698480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Один код, один сценарий — разница только в наличии межузлового канала.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Устойчивость: rejoin и failover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Rejoin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Новый connectionId, повторный JoinReportGroupAsync.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Событие после rejoin — 6,6 мс.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600200"/>
            <a:ext cx="5212080" cy="228600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Failover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Клиент переподключился через nginx с app-api-2 на app-api-1.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reconnect + rejoin — 240,3 мс.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Вывод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91640"/>
            <a:ext cx="10698480" cy="12801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18212B"/>
                </a:solidFill>
                <a:latin typeface="Aptos"/>
                <a:cs typeface="Aptos"/>
              </a:rPr>
              <a:t>Ограничение single-node WebSocket-архитектуры устранено за счёт распределённого real-time контура.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24612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Без backplane событие теряется между узлами.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251960" y="324612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Решение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SignalR + Redis backplane + nginx + два app-api.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818120" y="324612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Доказательство</a:t>
            </a:r>
          </a:p>
          <a:p>
            <a:pPr algn="l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Delivery, серия, rejoin, failover.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D7D2C7"/>
      </a:accent6>
      <a:hlink>
        <a:srgbClr val="0B6E69"/>
      </a:hlink>
      <a:folHlink>
        <a:srgbClr val="0B6E69"/>
      </a:folHlink>
    </a:clrScheme>
    <a:fontScheme name="Aptos">
      <a:majorFont>
        <a:latin typeface="Aptos"/>
      </a:majorFont>
      <a:minorFont>
        <a:latin typeface="Aptos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